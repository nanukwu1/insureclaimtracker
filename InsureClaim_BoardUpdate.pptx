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40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63640" y="292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INVESTMENT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79" y="640080"/>
            <a:ext cx="6886788" cy="525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Working.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16466" y="1301341"/>
            <a:ext cx="6295811" cy="1579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InsureClaim</a:t>
            </a:r>
            <a:r>
              <a:rPr lang="en-US" sz="4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Tracker — Proof of Value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11480" y="2944368"/>
            <a:ext cx="5943600" cy="45720"/>
          </a:xfrm>
          <a:prstGeom prst="rect">
            <a:avLst/>
          </a:prstGeom>
          <a:solidFill>
            <a:srgbClr val="4A62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462686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C80514-DFA3-D422-3C86-2A1B76021D42}"/>
              </a:ext>
            </a:extLst>
          </p:cNvPr>
          <p:cNvSpPr txBox="1"/>
          <p:nvPr/>
        </p:nvSpPr>
        <p:spPr>
          <a:xfrm>
            <a:off x="411479" y="3079848"/>
            <a:ext cx="6400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|  HMI 7540  |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Nini Anukwu · Gopi Kacha · Jordan Davis · Chinelo </a:t>
            </a:r>
            <a:r>
              <a:rPr lang="en-US" sz="1800" dirty="0" err="1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Aniekwu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Investment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validated insurance claim management system — deployed and ready.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60934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6824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417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Claims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" y="17282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 validation, duplicate ID blocking, and auto-timestamps on every record.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" y="242316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8912" y="27066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7797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514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Search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9264" y="28254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table view with real-time search by patient name or claim status.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7472" y="352044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8912" y="38039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87705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9264" y="36118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Claims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9264" y="3922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record editing with automatic Last Updated tracking — no manual logging.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28032" y="132588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919472" y="160934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16824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9824" y="1417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Claims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49824" y="17282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Confirmation-protected deletion prevents accidental permanent data loss.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28032" y="242316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919472" y="270662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277977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2514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49824" y="28254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totals, averages, and per-status breakdowns — no spreadsheet formulas needed.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28032" y="3520440"/>
            <a:ext cx="41148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919472" y="380390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87705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9824" y="36118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49824" y="39227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validation and missing-file recovery built in — system never crashes.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System Is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4023360" cy="3291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503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Function: add_claim()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9576"/>
            <a:ext cx="4023360" cy="363931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384048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add_claim():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B9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Blocks bad data at entry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is_valid_amount(amount):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print('Amount must be numeric')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claim_id_exists(claim_id):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print('Claim ID already exists')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B9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Stamp creation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 = get_timestamp()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open(FILE_NAME,'a')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f.write(f'{id},{name},{amt},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{status},{ts},{ts}\n')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print('✔ Claim saved.')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850392"/>
            <a:ext cx="4023360" cy="32918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8503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 Session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79576"/>
            <a:ext cx="4023360" cy="3639312"/>
          </a:xfrm>
          <a:prstGeom prst="rect">
            <a:avLst/>
          </a:prstGeom>
          <a:solidFill>
            <a:srgbClr val="071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25296"/>
            <a:ext cx="384048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Insure Claim Tracker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Claim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Claims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Update Claim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Delete Claim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Search / Filter Claims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Summary Report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an option: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Add Claim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ID: C009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Name: Maria Lopez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 7200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Pending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Claim saved. 2025-04-28 09:14:02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Returns on Your Investment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9202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024128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173644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0"/>
            <a:ext cx="19202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23744" y="1024128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23744" y="173644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Possible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914400"/>
            <a:ext cx="19202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0016" y="1024128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0016" y="173644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76288" y="914400"/>
            <a:ext cx="19202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76288" y="1024128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76288" y="1736446"/>
            <a:ext cx="192024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4871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51176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9536" y="2523744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Guaranteed:  </a:t>
            </a: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validated before it touches the file — no corrupt or incomplete records.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47472" y="30998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6382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9536" y="3136392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Business Intelligence:  </a:t>
            </a: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 calculates totals, averages, and status breakdowns with a single keystroke.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7472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7647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9536" y="374904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Trail:  </a:t>
            </a: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Last Updated timestamps on every record satisfy basic audit requirements out of the box.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47472" y="43251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891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9536" y="4361688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Without Extra Cost:  </a:t>
            </a: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storage swaps to a full database engine as volume grows — same code, zero additional spend.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Your Investment Already Eliminated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InsureClaim Tracker, these were live operational exposures: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402336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Before (The Risk)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73168" y="1298448"/>
            <a:ext cx="4023360" cy="34747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(Your Investment)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73168" y="1664208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82896" y="1737360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with validated fields — no formula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286000"/>
            <a:ext cx="4023360" cy="566928"/>
          </a:xfrm>
          <a:prstGeom prst="rect">
            <a:avLst/>
          </a:prstGeom>
          <a:solidFill>
            <a:srgbClr val="F0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prevention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73168" y="2286000"/>
            <a:ext cx="4023360" cy="566928"/>
          </a:xfrm>
          <a:prstGeom prst="rect">
            <a:avLst/>
          </a:prstGeom>
          <a:solidFill>
            <a:srgbClr val="F0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2359152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claim_id_exists() blocks any repeated Claim ID at entry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2907792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edits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2907792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82896" y="2980944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auto-stamps a Last Updated timestamp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4023360" cy="566928"/>
          </a:xfrm>
          <a:prstGeom prst="rect">
            <a:avLst/>
          </a:prstGeom>
          <a:solidFill>
            <a:srgbClr val="F0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02736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capability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3529584"/>
            <a:ext cx="4023360" cy="566928"/>
          </a:xfrm>
          <a:prstGeom prst="rect">
            <a:avLst/>
          </a:prstGeom>
          <a:solidFill>
            <a:srgbClr val="F0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3602736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patient name or filter by status in real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151376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on missing files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73168" y="4151376"/>
            <a:ext cx="402336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82896" y="4224528"/>
            <a:ext cx="3803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File-not-found and KeyboardInterrupt handled gracefully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9C7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Investment.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Results.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InsureClaim Tracker delivers exactly what was promised — and it is running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2487168"/>
            <a:ext cx="8321040" cy="18288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2615184"/>
            <a:ext cx="301752" cy="3017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670048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61518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validated, timestamped, and stored — data quality is guaranteed.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44952"/>
            <a:ext cx="301752" cy="3017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099816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304495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reports and live search give managers instant operational visibility.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" y="3474720"/>
            <a:ext cx="301752" cy="3017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529584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47472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cost. Runs on any machine. No vendor dependency.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360" y="3904488"/>
            <a:ext cx="301752" cy="3017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959352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4128" y="390448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under 5 minutes. Your team can use it today.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11480" y="4407408"/>
            <a:ext cx="8321040" cy="566928"/>
          </a:xfrm>
          <a:prstGeom prst="rect">
            <a:avLst/>
          </a:prstGeom>
          <a:solidFill>
            <a:srgbClr val="F9C74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502920" y="442569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 Is Paying Off — This System Is Worth Every Dollar Spent.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11480" y="50017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HMI 7540 · Nini Anukwu · Gopi Kacha · Jordan Davis · Chinelo Aniekwu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633</Words>
  <Application>Microsoft Macintosh PowerPoint</Application>
  <PresentationFormat>On-screen Show (16:9)</PresentationFormat>
  <Paragraphs>98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InsureClaim Tracker – Your Investment Is Delivering</dc:title>
  <dc:subject>PptxGenJS Presentation</dc:subject>
  <dc:creator>PptxGenJS</dc:creator>
  <cp:lastModifiedBy>gopikacha94@gmail.com</cp:lastModifiedBy>
  <cp:revision>2</cp:revision>
  <dcterms:created xsi:type="dcterms:W3CDTF">2026-05-05T22:08:37Z</dcterms:created>
  <dcterms:modified xsi:type="dcterms:W3CDTF">2026-05-05T22:15:28Z</dcterms:modified>
</cp:coreProperties>
</file>